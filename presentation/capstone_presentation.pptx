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 Science Project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Capstone  |  100 transactions, Jan–Apr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wants to know from 3 months of sales data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sales performance strong or weak across regions and products?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forecast revenue for the next few weeks?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estimate what a new deal is worth, before it's priced?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100 transactions · 4 regions · 5 products · ₹12.4M total revenue · no missing/duplicate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South lead; West trails</a:t>
            </a:r>
            <a:endParaRPr lang="en-US" sz="1400" dirty="0"/>
          </a:p>
        </p:txBody>
      </p:sp>
      <p:pic>
        <p:nvPicPr>
          <p:cNvPr id="4" name="Image 0" descr="../reports/figures/01_revenue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905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63040"/>
            <a:ext cx="3931920" cy="4846320"/>
          </a:xfrm>
          <a:prstGeom prst="roundRect">
            <a:avLst>
              <a:gd name="adj" fmla="val 139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(₹3.98M) and South (₹3.74M) bring in the most revenue.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(₹2.12M) is clearly behind the other three regions.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Regional Gap Real?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ANOVA test on deal size across regions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0.10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significant at 5%, but close)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West's average deal (₹81.7K) is the lowest of all 4 regions (vs ₹132–142K elsewhere).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doesn't quite reach the standard 5% cutoff — likely because the sample is small (100 deals).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comes from fewer units sold per deal in West, not a different product mix.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&amp; Product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if West's gap is about product mix</a:t>
            </a:r>
            <a:endParaRPr lang="en-US" sz="1400" dirty="0"/>
          </a:p>
        </p:txBody>
      </p:sp>
      <p:pic>
        <p:nvPicPr>
          <p:cNvPr id="4" name="Image 0" descr="../reports/figures/04_region_produc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630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63040"/>
            <a:ext cx="3931920" cy="4846320"/>
          </a:xfrm>
          <a:prstGeom prst="roundRect">
            <a:avLst>
              <a:gd name="adj" fmla="val 139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sells across the same 5 products as other regions.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shortfall isn't concentrated in one product — it's a broad, region-wide pattern.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 of history — is there a trend?</a:t>
            </a:r>
            <a:endParaRPr lang="en-US" sz="1400" dirty="0"/>
          </a:p>
        </p:txBody>
      </p:sp>
      <p:pic>
        <p:nvPicPr>
          <p:cNvPr id="4" name="Image 0" descr="../reports/figures/05_week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38305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63040"/>
            <a:ext cx="3931920" cy="4846320"/>
          </a:xfrm>
          <a:prstGeom prst="roundRect">
            <a:avLst>
              <a:gd name="adj" fmla="val 139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upward or downward trend visible yet.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historical average beat a linear trend line when tested on the last 3 weeks.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for next 4 weeks: ~₹824K/week.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Prediction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3 regression models</a:t>
            </a:r>
            <a:endParaRPr lang="en-US" sz="1400" dirty="0"/>
          </a:p>
        </p:txBody>
      </p:sp>
      <p:pic>
        <p:nvPicPr>
          <p:cNvPr id="4" name="Image 0" descr="../reports/figures/06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855123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63040"/>
            <a:ext cx="3931920" cy="4846320"/>
          </a:xfrm>
          <a:prstGeom prst="roundRect">
            <a:avLst>
              <a:gd name="adj" fmla="val 139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scored best on cross-validation.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overfit slightly with this little data.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selected as the final model.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on the test set</a:t>
            </a:r>
            <a:endParaRPr lang="en-US" sz="1400" dirty="0"/>
          </a:p>
        </p:txBody>
      </p:sp>
      <p:pic>
        <p:nvPicPr>
          <p:cNvPr id="4" name="Image 0" descr="../reports/figures/07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862823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463040"/>
            <a:ext cx="3931920" cy="4846320"/>
          </a:xfrm>
          <a:prstGeom prst="roundRect">
            <a:avLst>
              <a:gd name="adj" fmla="val 139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574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0.46, MAE ≈ ₹60,600.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reasonably around the perfect-prediction line.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rough pipeline sizing — not precise enough for a final quote.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Look into West's sales process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deal size (bundling, upselling) rather than the product catalog.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Budget to the average, not a trend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~₹824K/week; revisit monthly as more data arrives.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the model for early planning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0.46 — good for pipeline sizing, not final pricing.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Re-test significance later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gap is descriptively real; re-run the ANOVA as more deals come in.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sales overview, forecast, and deal-value estimator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code, and reports on GitHub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2026-09-29T02:32:47Z</dcterms:created>
  <dcterms:modified xsi:type="dcterms:W3CDTF">2026-09-29T02:32:47Z</dcterms:modified>
</cp:coreProperties>
</file>